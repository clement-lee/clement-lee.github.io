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6" r:id="rId1"/>
  </p:sldMasterIdLst>
  <p:notesMasterIdLst>
    <p:notesMasterId r:id="rId11"/>
  </p:notesMasterIdLst>
  <p:sldIdLst>
    <p:sldId id="257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21B"/>
    <a:srgbClr val="000000"/>
    <a:srgbClr val="414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0" autoAdjust="0"/>
  </p:normalViewPr>
  <p:slideViewPr>
    <p:cSldViewPr snapToGrid="0">
      <p:cViewPr varScale="1">
        <p:scale>
          <a:sx n="65" d="100"/>
          <a:sy n="65" d="100"/>
        </p:scale>
        <p:origin x="588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2F3E7-441F-477B-9032-3EE7BEB30DA2}" type="datetimeFigureOut">
              <a:rPr lang="en-GB" smtClean="0"/>
              <a:t>10/06/2020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2F0C5-9915-4C9D-B9C1-C3246B8D4C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7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Main presentation</a:t>
            </a:r>
            <a:r>
              <a:rPr lang="en-GB" baseline="0" dirty="0" smtClean="0"/>
              <a:t> title slide. </a:t>
            </a:r>
            <a:endParaRPr lang="en-GB" dirty="0" smtClean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2F0C5-9915-4C9D-B9C1-C3246B8D4C9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27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97BC6B07-530C-4694-A931-F01DB01EE33E}"/>
              </a:ext>
            </a:extLst>
          </p:cNvPr>
          <p:cNvSpPr/>
          <p:nvPr userDrawn="1"/>
        </p:nvSpPr>
        <p:spPr>
          <a:xfrm>
            <a:off x="153823" y="145278"/>
            <a:ext cx="8810715" cy="6546079"/>
          </a:xfrm>
          <a:custGeom>
            <a:avLst/>
            <a:gdLst/>
            <a:ahLst/>
            <a:cxnLst/>
            <a:rect l="l" t="t" r="r" b="b"/>
            <a:pathLst>
              <a:path w="8999220" h="6713220">
                <a:moveTo>
                  <a:pt x="0" y="6713004"/>
                </a:moveTo>
                <a:lnTo>
                  <a:pt x="8999004" y="6713004"/>
                </a:lnTo>
                <a:lnTo>
                  <a:pt x="8999004" y="0"/>
                </a:lnTo>
                <a:lnTo>
                  <a:pt x="0" y="0"/>
                </a:lnTo>
                <a:lnTo>
                  <a:pt x="0" y="6713004"/>
                </a:lnTo>
                <a:close/>
              </a:path>
            </a:pathLst>
          </a:custGeom>
          <a:solidFill>
            <a:srgbClr val="B511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68DC6395-2EE1-48E0-B1B8-D97ECF815E87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6D9FAC59-F82E-45D3-AACC-CA5CBCBD0A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94" y="762000"/>
            <a:ext cx="2552491" cy="8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769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/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FD173A2F-4A2C-4B5B-9ABD-51792F8F6DFD}"/>
              </a:ext>
            </a:extLst>
          </p:cNvPr>
          <p:cNvSpPr/>
          <p:nvPr userDrawn="1"/>
        </p:nvSpPr>
        <p:spPr>
          <a:xfrm>
            <a:off x="824129" y="3779995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2279AC1B-5D11-4558-91B3-5BC464197C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62" y="762000"/>
            <a:ext cx="2565317" cy="81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64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presentation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/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B45E5DA3-9E0D-4EA5-8A27-51E6CF3F145E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89FBDE8A-B290-48D7-BAC7-DD77AF9D72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262" y="762000"/>
            <a:ext cx="2565317" cy="810971"/>
          </a:xfrm>
          <a:prstGeom prst="rect">
            <a:avLst/>
          </a:prstGeom>
        </p:spPr>
      </p:pic>
      <p:sp>
        <p:nvSpPr>
          <p:cNvPr id="15" name="object 7">
            <a:extLst>
              <a:ext uri="{FF2B5EF4-FFF2-40B4-BE49-F238E27FC236}">
                <a16:creationId xmlns:a16="http://schemas.microsoft.com/office/drawing/2014/main" id="{6E0242F6-5B19-4916-9E05-493DA5A6EA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614196" y="670208"/>
            <a:ext cx="0" cy="748665"/>
          </a:xfrm>
          <a:custGeom>
            <a:avLst/>
            <a:gdLst/>
            <a:ahLst/>
            <a:cxnLst/>
            <a:rect l="l" t="t" r="r" b="b"/>
            <a:pathLst>
              <a:path h="748665">
                <a:moveTo>
                  <a:pt x="0" y="0"/>
                </a:moveTo>
                <a:lnTo>
                  <a:pt x="0" y="748474"/>
                </a:lnTo>
              </a:path>
            </a:pathLst>
          </a:custGeom>
          <a:ln w="22631">
            <a:solidFill>
              <a:srgbClr val="6A73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 descr="University Academy 92 Manchester">
            <a:extLst>
              <a:ext uri="{FF2B5EF4-FFF2-40B4-BE49-F238E27FC236}">
                <a16:creationId xmlns:a16="http://schemas.microsoft.com/office/drawing/2014/main" id="{23741D02-BEA4-4812-BE2B-4A58E2A4CA48}"/>
              </a:ext>
            </a:extLst>
          </p:cNvPr>
          <p:cNvSpPr/>
          <p:nvPr userDrawn="1"/>
        </p:nvSpPr>
        <p:spPr>
          <a:xfrm>
            <a:off x="4097947" y="766318"/>
            <a:ext cx="1220660" cy="64084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 descr="Blackburn College">
            <a:extLst>
              <a:ext uri="{FF2B5EF4-FFF2-40B4-BE49-F238E27FC236}">
                <a16:creationId xmlns:a16="http://schemas.microsoft.com/office/drawing/2014/main" id="{4460A8C7-4BF2-4DF5-AE02-3E450CBC020D}"/>
              </a:ext>
            </a:extLst>
          </p:cNvPr>
          <p:cNvSpPr/>
          <p:nvPr userDrawn="1"/>
        </p:nvSpPr>
        <p:spPr>
          <a:xfrm>
            <a:off x="2436480" y="782845"/>
            <a:ext cx="1453349" cy="5092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 descr="Furness College">
            <a:extLst>
              <a:ext uri="{FF2B5EF4-FFF2-40B4-BE49-F238E27FC236}">
                <a16:creationId xmlns:a16="http://schemas.microsoft.com/office/drawing/2014/main" id="{EE04F283-2CA8-45EA-95F1-01B0D9B8A14F}"/>
              </a:ext>
            </a:extLst>
          </p:cNvPr>
          <p:cNvSpPr/>
          <p:nvPr userDrawn="1"/>
        </p:nvSpPr>
        <p:spPr>
          <a:xfrm>
            <a:off x="794449" y="768764"/>
            <a:ext cx="1472002" cy="57653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837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FF025D24-2A1F-4A67-B11B-BBB27058480F}"/>
              </a:ext>
            </a:extLst>
          </p:cNvPr>
          <p:cNvSpPr/>
          <p:nvPr userDrawn="1"/>
        </p:nvSpPr>
        <p:spPr>
          <a:xfrm>
            <a:off x="170917" y="170916"/>
            <a:ext cx="8802168" cy="6537533"/>
          </a:xfrm>
          <a:custGeom>
            <a:avLst/>
            <a:gdLst/>
            <a:ahLst/>
            <a:cxnLst/>
            <a:rect l="l" t="t" r="r" b="b"/>
            <a:pathLst>
              <a:path w="8999855" h="6713855">
                <a:moveTo>
                  <a:pt x="0" y="6713410"/>
                </a:moveTo>
                <a:lnTo>
                  <a:pt x="8999410" y="6713410"/>
                </a:lnTo>
                <a:lnTo>
                  <a:pt x="8999410" y="0"/>
                </a:lnTo>
                <a:lnTo>
                  <a:pt x="0" y="0"/>
                </a:lnTo>
                <a:lnTo>
                  <a:pt x="0" y="6713410"/>
                </a:lnTo>
                <a:close/>
              </a:path>
            </a:pathLst>
          </a:custGeom>
          <a:solidFill>
            <a:srgbClr val="7CB1C5"/>
          </a:solidFill>
        </p:spPr>
        <p:txBody>
          <a:bodyPr wrap="square" lIns="0" tIns="0" rIns="0" bIns="0" rtlCol="0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16806"/>
            <a:ext cx="7772400" cy="1527339"/>
          </a:xfrm>
        </p:spPr>
        <p:txBody>
          <a:bodyPr anchor="b">
            <a:normAutofit/>
          </a:bodyPr>
          <a:lstStyle>
            <a:lvl1pPr algn="l">
              <a:lnSpc>
                <a:spcPts val="4400"/>
              </a:lnSpc>
              <a:defRPr sz="4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Template slide:</a:t>
            </a:r>
            <a:br>
              <a:rPr lang="en-US" dirty="0"/>
            </a:br>
            <a:r>
              <a:rPr lang="en-US" dirty="0"/>
              <a:t>section title goes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7788" y="4012237"/>
            <a:ext cx="6858000" cy="1106693"/>
          </a:xfrm>
        </p:spPr>
        <p:txBody>
          <a:bodyPr>
            <a:normAutofit/>
          </a:bodyPr>
          <a:lstStyle>
            <a:lvl1pPr marL="0" indent="0" algn="l">
              <a:lnSpc>
                <a:spcPts val="2800"/>
              </a:lnSpc>
              <a:spcBef>
                <a:spcPts val="525"/>
              </a:spcBef>
              <a:buNone/>
              <a:defRPr sz="265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Insert date, month, year here</a:t>
            </a:r>
            <a:br>
              <a:rPr lang="en-US" dirty="0"/>
            </a:br>
            <a:r>
              <a:rPr lang="en-US" dirty="0"/>
              <a:t>Insert presenter name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88687" y="6154347"/>
            <a:ext cx="2057400" cy="36512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E19778BA-78CF-4F59-A9D6-A20950FB3B1D}"/>
              </a:ext>
            </a:extLst>
          </p:cNvPr>
          <p:cNvSpPr/>
          <p:nvPr userDrawn="1"/>
        </p:nvSpPr>
        <p:spPr>
          <a:xfrm>
            <a:off x="824129" y="3820047"/>
            <a:ext cx="1590675" cy="0"/>
          </a:xfrm>
          <a:custGeom>
            <a:avLst/>
            <a:gdLst/>
            <a:ahLst/>
            <a:cxnLst/>
            <a:rect l="l" t="t" r="r" b="b"/>
            <a:pathLst>
              <a:path w="1590675">
                <a:moveTo>
                  <a:pt x="0" y="0"/>
                </a:moveTo>
                <a:lnTo>
                  <a:pt x="1590421" y="0"/>
                </a:lnTo>
              </a:path>
            </a:pathLst>
          </a:custGeom>
          <a:ln w="17043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Picture 11" descr="Lancaster University">
            <a:extLst>
              <a:ext uri="{FF2B5EF4-FFF2-40B4-BE49-F238E27FC236}">
                <a16:creationId xmlns:a16="http://schemas.microsoft.com/office/drawing/2014/main" id="{60625C31-2A9C-4627-8FD8-77B68A2A7C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394" y="762000"/>
            <a:ext cx="2552491" cy="80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27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092571"/>
            <a:ext cx="7886700" cy="4014315"/>
          </a:xfrm>
        </p:spPr>
        <p:txBody>
          <a:bodyPr/>
          <a:lstStyle>
            <a:lvl1pPr>
              <a:spcBef>
                <a:spcPts val="960"/>
              </a:spcBef>
              <a:buClr>
                <a:srgbClr val="AEB4B9"/>
              </a:buClr>
              <a:defRPr sz="2600"/>
            </a:lvl1pPr>
            <a:lvl2pPr>
              <a:spcBef>
                <a:spcPts val="960"/>
              </a:spcBef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8BAA43-A8BD-4E49-AC41-15EB71CF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1567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DAB56063-C065-4615-AFC7-4C57FC3392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pic>
        <p:nvPicPr>
          <p:cNvPr id="13" name="Picture 12" descr="Lancaster University">
            <a:extLst>
              <a:ext uri="{FF2B5EF4-FFF2-40B4-BE49-F238E27FC236}">
                <a16:creationId xmlns:a16="http://schemas.microsoft.com/office/drawing/2014/main" id="{6DA54611-9D21-4ACE-A640-5AE6BB84A4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48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2092569"/>
            <a:ext cx="7011865" cy="4014317"/>
          </a:xfrm>
        </p:spPr>
        <p:txBody>
          <a:bodyPr/>
          <a:lstStyle>
            <a:lvl1pPr marL="0" indent="0">
              <a:spcBef>
                <a:spcPts val="960"/>
              </a:spcBef>
              <a:buClr>
                <a:srgbClr val="AEB4B9"/>
              </a:buClr>
              <a:buNone/>
              <a:defRPr sz="2600"/>
            </a:lvl1pPr>
            <a:lvl2pPr>
              <a:spcBef>
                <a:spcPts val="960"/>
              </a:spcBef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Template slide: text only (use italics for sub-headings)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68BAA43-A8BD-4E49-AC41-15EB71CF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A46FC20C-FB86-4874-BEA9-18FB8BD1FA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012CCF8-17A7-457E-88AC-25B11FB5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4" name="Picture 13" descr="Lancaster University">
            <a:extLst>
              <a:ext uri="{FF2B5EF4-FFF2-40B4-BE49-F238E27FC236}">
                <a16:creationId xmlns:a16="http://schemas.microsoft.com/office/drawing/2014/main" id="{748BDBDA-A7FA-4360-8B54-69F175B28C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0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5887E-4F05-4593-B389-647D40DD0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9860" y="1858523"/>
            <a:ext cx="3868340" cy="64655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9B9D8-EA34-4852-A458-9C736D59E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860" y="2505075"/>
            <a:ext cx="3868340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3E91B9-1447-4EAE-9AB6-9200E96A98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858523"/>
            <a:ext cx="3887391" cy="64655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105AF1-67AB-413D-B37A-83B233A5D7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buClr>
                <a:srgbClr val="AEB4B9"/>
              </a:buClr>
              <a:defRPr sz="2600"/>
            </a:lvl1pPr>
            <a:lvl2pPr>
              <a:buClr>
                <a:srgbClr val="AEB4B9"/>
              </a:buClr>
              <a:defRPr/>
            </a:lvl2pPr>
            <a:lvl3pPr>
              <a:buClr>
                <a:srgbClr val="AEB4B9"/>
              </a:buClr>
              <a:defRPr/>
            </a:lvl3pPr>
            <a:lvl4pPr>
              <a:buClr>
                <a:srgbClr val="AEB4B9"/>
              </a:buClr>
              <a:defRPr/>
            </a:lvl4pPr>
            <a:lvl5pPr>
              <a:buClr>
                <a:srgbClr val="AEB4B9"/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2D96272-B6FE-48B8-8E57-484427500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AB714264-F8FF-4258-B4EE-B3548F1694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A618DBC-FC1D-459B-8E1E-C65F284C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4" name="Picture 23" descr="Lancaster University">
            <a:extLst>
              <a:ext uri="{FF2B5EF4-FFF2-40B4-BE49-F238E27FC236}">
                <a16:creationId xmlns:a16="http://schemas.microsoft.com/office/drawing/2014/main" id="{2CBC7160-5C30-425D-A5BA-EFAFF03A0F2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34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60475B-7D3F-4BE2-9C2D-BBD84BDFE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24EA18C7-0A5B-4754-87DB-56029965C9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1791" y="1858523"/>
            <a:ext cx="1584325" cy="0"/>
          </a:xfrm>
          <a:custGeom>
            <a:avLst/>
            <a:gdLst/>
            <a:ahLst/>
            <a:cxnLst/>
            <a:rect l="l" t="t" r="r" b="b"/>
            <a:pathLst>
              <a:path w="1584325">
                <a:moveTo>
                  <a:pt x="0" y="0"/>
                </a:moveTo>
                <a:lnTo>
                  <a:pt x="1583728" y="0"/>
                </a:lnTo>
              </a:path>
            </a:pathLst>
          </a:custGeom>
          <a:ln w="16929">
            <a:solidFill>
              <a:srgbClr val="A6ADB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BB6B0ED-30AC-43D0-AC8A-25DADB23C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26" y="668216"/>
            <a:ext cx="5340481" cy="1022473"/>
          </a:xfrm>
        </p:spPr>
        <p:txBody>
          <a:bodyPr>
            <a:normAutofit/>
          </a:bodyPr>
          <a:lstStyle>
            <a:lvl1pPr>
              <a:lnSpc>
                <a:spcPts val="3600"/>
              </a:lnSpc>
              <a:spcBef>
                <a:spcPts val="320"/>
              </a:spcBef>
              <a:defRPr sz="3400">
                <a:solidFill>
                  <a:srgbClr val="B5121B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Lancaster University">
            <a:extLst>
              <a:ext uri="{FF2B5EF4-FFF2-40B4-BE49-F238E27FC236}">
                <a16:creationId xmlns:a16="http://schemas.microsoft.com/office/drawing/2014/main" id="{94FC4F8C-FC3E-4621-A8E4-01B9FA26ED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689" y="762000"/>
            <a:ext cx="2098889" cy="663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54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B60475B-7D3F-4BE2-9C2D-BBD84BDFE0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9307" y="610688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414042"/>
                </a:solidFill>
              </a:defRPr>
            </a:lvl1pPr>
          </a:lstStyle>
          <a:p>
            <a:fld id="{6998E55D-8E2A-4AFE-A61C-B5DBBB7761E7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914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6/10/2020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bk object 16">
            <a:extLst>
              <a:ext uri="{FF2B5EF4-FFF2-40B4-BE49-F238E27FC236}">
                <a16:creationId xmlns:a16="http://schemas.microsoft.com/office/drawing/2014/main" id="{B228C834-E0BF-4130-9AA4-11A4C62B347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4003" y="95973"/>
            <a:ext cx="8964539" cy="6666230"/>
          </a:xfrm>
          <a:custGeom>
            <a:avLst/>
            <a:gdLst/>
            <a:ahLst/>
            <a:cxnLst/>
            <a:rect l="l" t="t" r="r" b="b"/>
            <a:pathLst>
              <a:path w="12001500" h="6666230">
                <a:moveTo>
                  <a:pt x="0" y="6666039"/>
                </a:moveTo>
                <a:lnTo>
                  <a:pt x="12001233" y="6666039"/>
                </a:lnTo>
                <a:lnTo>
                  <a:pt x="12001233" y="0"/>
                </a:lnTo>
                <a:lnTo>
                  <a:pt x="0" y="0"/>
                </a:lnTo>
                <a:lnTo>
                  <a:pt x="0" y="6666039"/>
                </a:lnTo>
                <a:close/>
              </a:path>
            </a:pathLst>
          </a:custGeom>
          <a:ln w="191960">
            <a:solidFill>
              <a:srgbClr val="E9ECED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085880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67" r:id="rId2"/>
    <p:sldLayoutId id="2147483683" r:id="rId3"/>
    <p:sldLayoutId id="2147483682" r:id="rId4"/>
    <p:sldLayoutId id="2147483668" r:id="rId5"/>
    <p:sldLayoutId id="2147483684" r:id="rId6"/>
    <p:sldLayoutId id="2147483653" r:id="rId7"/>
    <p:sldLayoutId id="2147483672" r:id="rId8"/>
    <p:sldLayoutId id="214748368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96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D079-FCD2-4885-8BE0-FD9919EE13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60A90-7F07-4A3F-9158-D95B5CA4BB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Wednesday 24</a:t>
            </a:r>
            <a:r>
              <a:rPr lang="en-GB" baseline="30000" dirty="0" smtClean="0"/>
              <a:t>th</a:t>
            </a:r>
            <a:r>
              <a:rPr lang="en-GB" dirty="0" smtClean="0"/>
              <a:t> June 2020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E0348-3B43-4A2F-B443-1B55BC3F1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8E55D-8E2A-4AFE-A61C-B5DBBB7761E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300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Bioscienc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407" y="2323053"/>
            <a:ext cx="2680181" cy="208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97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emistr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23053"/>
            <a:ext cx="2673188" cy="207482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1907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mputing and communication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23053"/>
            <a:ext cx="2673188" cy="2086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8781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vironmental and earth scienc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0" y="2323053"/>
            <a:ext cx="2713387" cy="2086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 descr="geograph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4495983"/>
            <a:ext cx="2713387" cy="209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5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ngineer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1" y="2323054"/>
            <a:ext cx="2673188" cy="20843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89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ths and stat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7401" y="2323054"/>
            <a:ext cx="2673188" cy="208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3927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physics logo"/>
          <p:cNvPicPr>
            <a:picLocks noChangeAspect="1"/>
          </p:cNvPicPr>
          <p:nvPr/>
        </p:nvPicPr>
        <p:blipFill rotWithShape="1">
          <a:blip r:embed="rId2"/>
          <a:srcRect r="1669"/>
          <a:stretch/>
        </p:blipFill>
        <p:spPr>
          <a:xfrm>
            <a:off x="5867402" y="2323054"/>
            <a:ext cx="2673188" cy="20978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289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sychology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352551"/>
            <a:ext cx="2673188" cy="2082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6A43B0-10B8-4695-81B4-DD06577D1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Online STEM Taster Day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53D33-3A4D-4BCD-B916-8D7811FAE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92571"/>
            <a:ext cx="5200650" cy="428282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B" i="1" dirty="0"/>
          </a:p>
          <a:p>
            <a:r>
              <a:rPr lang="en-GB" dirty="0" smtClean="0"/>
              <a:t>Lecture will begin at 4:15pm and will be recorded</a:t>
            </a:r>
          </a:p>
          <a:p>
            <a:r>
              <a:rPr lang="en-GB" dirty="0" smtClean="0"/>
              <a:t>Please keep your camera and microphone turned off</a:t>
            </a:r>
          </a:p>
          <a:p>
            <a:r>
              <a:rPr lang="en-GB" dirty="0" smtClean="0"/>
              <a:t>Ask questions throughout about the lecture or studying at Lancaster using the chat windo</a:t>
            </a:r>
            <a:r>
              <a:rPr lang="en-GB" dirty="0" smtClean="0"/>
              <a:t>w</a:t>
            </a:r>
          </a:p>
          <a:p>
            <a:r>
              <a:rPr lang="en-GB" dirty="0" smtClean="0"/>
              <a:t>Ask questions at the end using the chat window or raise hand function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5400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4546A"/>
      </a:hlink>
      <a:folHlink>
        <a:srgbClr val="44546A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F1E279B9A794B8578BB373EA34CF4" ma:contentTypeVersion="12" ma:contentTypeDescription="Create a new document." ma:contentTypeScope="" ma:versionID="aab6263c30bfff9c608ccd457d6b77c5">
  <xsd:schema xmlns:xsd="http://www.w3.org/2001/XMLSchema" xmlns:xs="http://www.w3.org/2001/XMLSchema" xmlns:p="http://schemas.microsoft.com/office/2006/metadata/properties" xmlns:ns2="23ff157b-0aac-43eb-a452-30e1e6e2f513" xmlns:ns3="d05e8799-6ee4-4a64-97c5-dd8b55fea581" targetNamespace="http://schemas.microsoft.com/office/2006/metadata/properties" ma:root="true" ma:fieldsID="4681bccf187c9288d9c0daa9c30df268" ns2:_="" ns3:_="">
    <xsd:import namespace="23ff157b-0aac-43eb-a452-30e1e6e2f513"/>
    <xsd:import namespace="d05e8799-6ee4-4a64-97c5-dd8b55fea5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ff157b-0aac-43eb-a452-30e1e6e2f5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5e8799-6ee4-4a64-97c5-dd8b55fea58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5B64A51-6D9C-4FF0-B890-32535664A5ED}"/>
</file>

<file path=customXml/itemProps2.xml><?xml version="1.0" encoding="utf-8"?>
<ds:datastoreItem xmlns:ds="http://schemas.openxmlformats.org/officeDocument/2006/customXml" ds:itemID="{B4865DEE-B064-4FE2-8ABB-7BEBBE3C46AA}"/>
</file>

<file path=customXml/itemProps3.xml><?xml version="1.0" encoding="utf-8"?>
<ds:datastoreItem xmlns:ds="http://schemas.openxmlformats.org/officeDocument/2006/customXml" ds:itemID="{449D671F-B22C-471D-B6E2-A499A88301A1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399</Words>
  <Application>Microsoft Office PowerPoint</Application>
  <PresentationFormat>On-screen Show (4:3)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Online STEM Taster Day</vt:lpstr>
      <vt:lpstr>Online STEM Taster Day</vt:lpstr>
      <vt:lpstr>Online STEM Taster Day</vt:lpstr>
      <vt:lpstr>Online STEM Taster Day</vt:lpstr>
      <vt:lpstr>Online STEM Taster Day</vt:lpstr>
      <vt:lpstr>Online STEM Taster Day</vt:lpstr>
      <vt:lpstr>Online STEM Taster Day</vt:lpstr>
      <vt:lpstr>Online STEM Taster Day</vt:lpstr>
      <vt:lpstr>Online STEM Taster Day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2020-06-05T16:59:37Z</dcterms:created>
  <dcterms:modified xsi:type="dcterms:W3CDTF">2020-06-10T14:29:51Z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0x01010011FF1E279B9A794B8578BB373EA34CF4</vt:lpwstr>
  </property>
</Properties>
</file>